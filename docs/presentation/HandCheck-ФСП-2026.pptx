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6" r:id="rId26"/>
    <p:sldId id="370" r:id="rId16"/>
    <p:sldId id="371" r:id="rId17"/>
    <p:sldId id="374" r:id="rId18"/>
    <p:sldId id="260" r:id="rId19"/>
    <p:sldId id="261" r:id="rId20"/>
    <p:sldId id="262" r:id="rId21"/>
    <p:sldId id="377" r:id="rId27"/>
    <p:sldId id="263" r:id="rId22"/>
    <p:sldId id="266" r:id="rId23"/>
    <p:sldId id="264" r:id="rId24"/>
    <p:sldId id="268" r:id="rId2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9.xml"/><Relationship Id="rId27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test_score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Сильные ответы</c:v>
                </c:pt>
                <c:pt idx="1">
                  <c:v>Слабые ответы</c:v>
                </c:pt>
                <c:pt idx="2">
                  <c:v>Cutoff junior</c:v>
                </c:pt>
                <c:pt idx="3">
                  <c:v>Cutoff middle</c:v>
                </c:pt>
                <c:pt idx="4">
                  <c:v>Cutoff senior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0.734</c:v>
                </c:pt>
                <c:pt idx="1">
                  <c:v>0</c:v>
                </c:pt>
                <c:pt idx="2">
                  <c:v>0.55</c:v>
                </c:pt>
                <c:pt idx="3">
                  <c:v>0.68</c:v>
                </c:pt>
                <c:pt idx="4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F2EC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F2ECFF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F2ECFF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Проверок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Sheet1!$A$2:$A$7</c:f>
              <c:strCache>
                <c:ptCount val="6"/>
                <c:pt idx="0">
                  <c:v>Регистрация</c:v>
                </c:pt>
                <c:pt idx="1">
                  <c:v>Тест и категория</c:v>
                </c:pt>
                <c:pt idx="2">
                  <c:v>Приватность</c:v>
                </c:pt>
                <c:pt idx="3">
                  <c:v>Потребность</c:v>
                </c:pt>
                <c:pt idx="4">
                  <c:v>Подбор и приглашения</c:v>
                </c:pt>
                <c:pt idx="5">
                  <c:v>Доп. проверки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2</c:v>
                </c:pt>
                <c:pt idx="3">
                  <c:v>3</c:v>
                </c:pt>
                <c:pt idx="4">
                  <c:v>13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1C1D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1C1D22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Пункты ТЗ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cat>
            <c:strRef>
              <c:f>Sheet1!$A$2:$A$4</c:f>
              <c:strCache>
                <c:ptCount val="3"/>
                <c:pt idx="0">
                  <c:v>Реализовано и проверено — 40</c:v>
                </c:pt>
                <c:pt idx="1">
                  <c:v>Желательно (не блокер) — 2</c:v>
                </c:pt>
                <c:pt idx="2">
                  <c:v>Вне кода, концепция —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1D22"/>
              </a:solidFill>
            </a:defRPr>
          </a:p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1C1D22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Участники команды в карточках: имя, роль, ник, телефон, место работы или учёбы. Карточки лишних участников удалены — так требуют правила ФСП.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блока: почему выбрали задачу, что оказалось сложным (устойчивость теста), как проверяли себя (автотесты, процедура валидации, сквозной аудит).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Живой экран кабинета работодателя: колода, категория, объяснение и полное отсутствие контактов.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два списка: подборку с категориями и приглашения со статусами. Обращаю внимание жюри, что у declined-кандидата контактов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Показываю, что демо не требует регистрации: одна кнопка — и ты в кабинете. Второй экран — мобильная вёрстка, она проверена скриншотами.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HandCheck: категорию подтверждает батарея заданий, приглашение инициирует работодатель. Одна фраза о сути — дальше раскрываем механику и доказательства.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 решения: соискатель сам попадает в категорию по результату теста, работодатель ищет категорию, а не вакансии. Уникальность — в обратной механике и скрытых контактах. Здесь же вписаны ФИО капитана, состав команды и город.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Техническая суть: стек и банк из 162 заданий. Маркетинговая: что получает рекрутер и что получает кандидат.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шага механики — это и есть демонстрационный сценарий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Проблема: резюме не подтверждает навык, релевантность выдачи низка у обеих сторон.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шагов сквозного сценария — тот же маршрут, который жюри повторит у себя.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подход устойчив: банк вместо одной выдачи, две равноценные формы, cutoff по грейду, серверные дедлайны и кулдаун пересдачи. Подробности — в docs/TESTING.md.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Обратная механика подбора: категория, подборка с обоснованием, приглашение с вилкой.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Приватность как механика: согласия, скрытые контакты, роли, изоляция токенов ИИ-клиентов.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Кабинет кандидата: статус категории, приглашение с вилкой, батарея с таймером.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Вход и мобильная версия: демо-вход в одно нажатие и рабочая вёрстка под 390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Валидация теста: измеренные числа — формы A и B дают одинаковый балл, сильные ответы проходят cutoff, слабые нет, обе формы выдаются в каждой ячейке.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проверяется автоматически: 41 функциональная проверка по шести блокам, процедура валидации теста и подбора, сквозные тесты приватности.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Покрытие ТЗ: 40 пунктов проверено, 2 желательных не сделаны, 3 вынесены за рамки кода. Честность здесь работает лучше, чем попытка закрыть всё.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что работает, какие ограничения честно названы и куда посмотреть — прототип, документация и исходники по ссылкам ниже.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>
              <a:spcAft>
                <a:spcPts val="400"/>
              </a:spcAft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HandCheck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>
            <a:normAutofit lnSpcReduction="10000"/>
          </a:bodyPr>
          <a:lstStyle/>
          <a:p>
            <a:pPr marL="271463" indent="-3175">
              <a:spcAft>
                <a:spcPts val="2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Категорию даёт тест. Приглашение даёт работодатель.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Команда «БАС» · Санкт-Петербург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Это не витрина вакансий и не отклики вслепую: выдача идёт по измеренной категории, а приглашение — осознанный шаг с обеих сторон.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Капитан: Басков Константин, разработчик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Кол-во участников: 2 человека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Краткое описание: оба занимаемся разработкой ПО и внедрением инноваций;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решили участвовать, потому что интересно поработать над комплексной системой.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Город и регион: Санкт-Петербург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200" b="1">
                <a:solidFill>
                  <a:srgbClr val="520978"/>
                </a:solidFill>
              </a:defRPr>
            </a:pPr>
            <a:r>
              <a:rPr sz="2200" b="1">
                <a:solidFill>
                  <a:srgbClr val="520978"/>
                </a:solidFill>
              </a:rPr>
              <a:t>Категорию даёт батарея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Соискатель проходит опрос и батарею — получает категорию «специализация × грейд». Работодатель ищет по категории и сам приглашает с вилкой ЗП. Контакты открываются только после согласия.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team-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703320" y="1554480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Команда «БАС»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886200" y="4206240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Разработчик, капитан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Telegram: @KonstantBas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Тел.: +7 918 318-47-80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работы: фриланс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3886200" y="365760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Константин Басков</a:t>
            </a:r>
          </a:p>
        </p:txBody>
      </p:sp>
      <p:pic>
        <p:nvPicPr>
          <p:cNvPr id="19" name="Picture 18" descr="avatar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28800"/>
            <a:ext cx="1737360" cy="1554480"/>
          </a:xfrm>
          <a:prstGeom prst="rect">
            <a:avLst/>
          </a:prstGeom>
        </p:spPr>
      </p:pic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6355080" y="1554480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537960" y="365760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Дмитрий Манаков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37960" y="4206240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Продуктовый менеджер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Telegram: @ddmanakov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Тел.: +7 960 000-15-17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работы: фриланс</a:t>
            </a:r>
          </a:p>
        </p:txBody>
      </p:sp>
      <p:pic>
        <p:nvPicPr>
          <p:cNvPr id="20" name="Picture 19" descr="avata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28800"/>
            <a:ext cx="173736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Краткая история команды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Вместе работаем над разными продуктами автоматизации: от мониторинга строительных площадок до систем подбора персонала. Оба понимаем, что в найме больше всего времени уходит на ручной отбор, поэтому захотели проверить идею на реальном коде.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Каждое изменение проверяли автоматически: юнит-тесты, процедура валидации теста и подбора, плюс сквозной функциональный аудит из 41 проверки — на своём стенде и в читающем режиме на проде.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Самый сложный блок — устойчивость теста. Отказались от уникальной генерации под каждого кандидата: взяли банк заданий с двумя параллельными формами и cutoff по грейду, плюс серверные дедлайны и кулдаун пересдачи.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Node.js + Express + SQLite, статический UI без SPA-фреймворка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Банк из 162 заданий: 9 батарей (backend / frontend / QA × junior / middle / senior)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Серверные дедлайны, черновики, телеметрия попыток, cutoff 0.55 / 0.68 / 0.78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Подбор: категория → rank = 0.60·тест + 0.15·мотивация + 0.10·ФСП + 0.15·домен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LLM — только черновики заданий работодателю; оценка кандидата всегда по банку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Рекрутер перестаёт разбирать сотни анкет: получает готовую категорию с обоснованием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Кандидат не откликается вслепую — инициатива у работодателя, как в LHH / Hired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Участники соревновательного движения конвертируют навыки в оффер, а не в строчку резюме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Контакты скрыты до accept: меньше спама, выше вовлечённость обеих сторон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 wrap="square"/>
          <a:lstStyle/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1. Опрос → специализация и заявленный грейд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2. Батарея: 8 коротких вопросов с дедлайном + мини-проект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3. Категория = специализация × грейд, если score ≥ cutoff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4. Работодатель → подборка → приглашение с вилкой → accept → контакты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defRPr sz="1000">
                <a:solidFill>
                  <a:srgbClr val="8A83D1"/>
                </a:solidFill>
              </a:defRPr>
              <a:buNone/>
            </a:pPr>
            <a:r>
              <a:rPr sz="1000">
                <a:solidFill>
                  <a:srgbClr val="8A83D1"/>
                </a:solidFill>
              </a:rPr>
              <a:t>6</a:t>
            </a:r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</a:rPr>
              <a:t>Как это работает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 wrap="square"/>
          <a:lstStyle/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Категория «junior backend» сегодня значит что угодно: от «вчера написал hello world» до «полгода в продакшене».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Работодатель тратит время дорогих специалистов на ручной отбор анкет, кандидат откликается вслепую и не получает обратной связи.</a:t>
            </a: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Справочник специализаций и грейдов не формализован, поэтому релевантность выдачи низка у обеих сторон.</a:t>
            </a: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Универсальные площадки не умеют говорить с ИТ на профессиональном языке — и не могут подтвердить навык объективно.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</a:rPr>
              <a:t>Почему резюме не работает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0053"/>
                </a:solidFill>
              </a:defRPr>
            </a:pPr>
            <a:r>
              <a:rPr sz="1500" b="1">
                <a:solidFill>
                  <a:srgbClr val="FF0053"/>
                </a:solidFill>
              </a:rPr>
              <a:t>Кабинет работодателя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 wrap="square"/>
          <a:lstStyle/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Колода показывает по одному кандидату: категория, стек, опыт в домене потребности и обоснование «почему он здесь».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Контактов в карточке нет — они появятся только после принятия приглашения.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Решения «отложить» и «отказать» учитываются: повторное приглашение тому же кандидату система не предложит.</a:t>
            </a:r>
          </a:p>
        </p:txBody>
      </p:sp>
      <p:pic>
        <p:nvPicPr>
          <p:cNvPr id="10" name="Picture 9" descr="02-employer-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760720" cy="3602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08406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A83D1"/>
                </a:solidFill>
              </a:defRPr>
            </a:pPr>
            <a:r>
              <a:rPr sz="900" i="1">
                <a:solidFill>
                  <a:srgbClr val="8A83D1"/>
                </a:solidFill>
              </a:rPr>
              <a:t>Карточка колоды: категория «Backend × Middle», домен потребности и обоснование. Телефона и email в карточке нет — они появятся только после accept.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Работодатель: подборка и приглашения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Список совпадений — та же категория, но в виде таблицы: стек, домен, статус решения.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Фильтры по стеку и ФСП сужают выдачу и не ломают уже полученную подборку.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Приглашение отправляется с вилкой ЗП и без вакансии; у второго кандидата — статус «Отказался», его контакты работодателю не показываются.</a:t>
            </a:r>
          </a:p>
        </p:txBody>
      </p:sp>
      <p:pic>
        <p:nvPicPr>
          <p:cNvPr id="4" name="Picture 3" descr="03-employer-list.png"/>
          <p:cNvPicPr>
            <a:picLocks noChangeAspect="1"/>
          </p:cNvPicPr>
          <p:nvPr/>
        </p:nvPicPr>
        <p:blipFill>
          <a:blip r:embed="rId2"/>
          <a:srcRect t="8140" b="8140"/>
          <a:stretch>
            <a:fillRect/>
          </a:stretch>
        </p:blipFill>
        <p:spPr>
          <a:xfrm>
            <a:off x="6309360" y="1143000"/>
            <a:ext cx="548640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FC8DC"/>
                </a:solidFill>
              </a:defRPr>
            </a:pPr>
            <a:r>
              <a:rPr sz="900" i="1">
                <a:solidFill>
                  <a:srgbClr val="CFC8DC"/>
                </a:solidFill>
              </a:rPr>
              <a:t>Список совпадений по потребности «Автоматизация работы официанта»</a:t>
            </a:r>
          </a:p>
        </p:txBody>
      </p:sp>
      <p:pic>
        <p:nvPicPr>
          <p:cNvPr id="6" name="Picture 5" descr="06-employer-invitations.png"/>
          <p:cNvPicPr>
            <a:picLocks noChangeAspect="1"/>
          </p:cNvPicPr>
          <p:nvPr/>
        </p:nvPicPr>
        <p:blipFill>
          <a:blip r:embed="rId3"/>
          <a:srcRect t="26667" b="26667"/>
          <a:stretch>
            <a:fillRect/>
          </a:stretch>
        </p:blipFill>
        <p:spPr>
          <a:xfrm>
            <a:off x="6309360" y="4709160"/>
            <a:ext cx="54864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FC8DC"/>
                </a:solidFill>
              </a:defRPr>
            </a:pPr>
            <a:r>
              <a:rPr sz="900" i="1">
                <a:solidFill>
                  <a:srgbClr val="CFC8DC"/>
                </a:solidFill>
              </a:rPr>
              <a:t>Исходящие приглашения: sent / accepted / declined. Контакты только у accepted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0053"/>
                </a:solidFill>
              </a:defRPr>
            </a:pPr>
            <a:r>
              <a:rPr sz="1500" b="1">
                <a:solidFill>
                  <a:srgbClr val="FF0053"/>
                </a:solidFill>
              </a:rPr>
              <a:t>Сквозной сценарий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1. Регистрация → подтверждение email → согласие на обработку данных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2. Опрос: специализация и заявленный грейд → старт батареи (форма A или B)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3. Тест по шагам: серверный дедлайн, черновик, телеметрия → категория и cooldown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4. Работодатель: потребность → подборка по категории → приглашение с вилкой 120–180 тыс. 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5. Кандидат принимает → контакты раскрыты; отказ → статус declined у обеих сторон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10</a:t>
            </a:r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Тест, устойчивый к утечкам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Банк заданий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162 опубликованных задания в 9 батареях: backend / frontend / QA × junior / middle / senior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Две формы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В каждой ячейке формы A и B равноценны: Δ среднего балла на одинаковых ответах = 0.00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Cutoff по грейду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junior 0.55 · middle 0.68 · senior 0.78. Ниже порога — статус «не подтверждён», а не понижение грейда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Дедлайны и кулдаун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Таймер считает сервер, ответ сохраняется черновиком, пересдача — раз в 30 дней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12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Категория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Специализация × грейд по результату батареи. Видна работодателю, подтверждена тестом, а не резюме.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Подборка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Потребность → категория → ранжированный список с объяснением. Фильтры по стеку и ФСП только сужают выдачу.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Приглашение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Работодатель сам зовёт с вилкой ЗП — вакансия не нужна. Контакты открываются после accept.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FF0053"/>
                </a:solidFill>
              </a:defRPr>
            </a:pPr>
            <a:r>
              <a:rPr sz="1400" b="1">
                <a:solidFill>
                  <a:srgbClr val="FF0053"/>
                </a:solidFill>
              </a:rPr>
              <a:t>Обратная механика подбора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Приватность как механика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13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Согласие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Обязательно при регистрации и при старте батареи, с текстом 152-ФЗ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Контакты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До accept в API работодателя нет phone и contact_email — 403 и пустые поля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Оценка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Балл теста и метрики честности не отдаются кандидату и работодателю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Роли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Кандидат не видит employer-API, работодатель — приватные поля кандидата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ИИ-клиенты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Токен MCP с согласием, аудит вызовов и отзыв токена; на REST токен не действует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Сквозные тесты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validate:privacy проверяет «invite sent → контактов нет, accept → контакты есть»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6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Кабинет кандидата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/>
          <a:lstStyle/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Статус категории и приглашения — на одном экране.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После accept открывается короткий тест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работодателя и комната звонка с записью.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1" name="Picture 10" descr="08-candidate-today.png"/>
          <p:cNvPicPr>
            <a:picLocks noChangeAspect="1"/>
          </p:cNvPicPr>
          <p:nvPr/>
        </p:nvPicPr>
        <p:blipFill>
          <a:blip r:embed="rId3"/>
          <a:srcRect l="5882" r="5882"/>
          <a:stretch>
            <a:fillRect/>
          </a:stretch>
        </p:blipFill>
        <p:spPr>
          <a:xfrm>
            <a:off x="7406640" y="1005840"/>
            <a:ext cx="438912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41513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A83D1"/>
                </a:solidFill>
              </a:defRPr>
            </a:pPr>
            <a:r>
              <a:rPr sz="900" i="1">
                <a:solidFill>
                  <a:srgbClr val="8A83D1"/>
                </a:solidFill>
              </a:rPr>
              <a:t>«Сегодня»: подтверждённая категория, cooldown пересдачи, счётчик приглашений</a:t>
            </a:r>
          </a:p>
        </p:txBody>
      </p:sp>
      <p:pic>
        <p:nvPicPr>
          <p:cNvPr id="13" name="Picture 12" descr="09-candidate-invitations.png"/>
          <p:cNvPicPr>
            <a:picLocks noChangeAspect="1"/>
          </p:cNvPicPr>
          <p:nvPr/>
        </p:nvPicPr>
        <p:blipFill>
          <a:blip r:embed="rId4"/>
          <a:srcRect t="16667" b="16667"/>
          <a:stretch>
            <a:fillRect/>
          </a:stretch>
        </p:blipFill>
        <p:spPr>
          <a:xfrm>
            <a:off x="7406640" y="4572000"/>
            <a:ext cx="438912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06640" y="64373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A83D1"/>
                </a:solidFill>
              </a:defRPr>
            </a:pPr>
            <a:r>
              <a:rPr sz="900" i="1">
                <a:solidFill>
                  <a:srgbClr val="8A83D1"/>
                </a:solidFill>
              </a:rPr>
              <a:t>Входящее приглашение с вилкой ЗП: принять или отклонить</a:t>
            </a:r>
          </a:p>
        </p:txBody>
      </p:sp>
      <p:pic>
        <p:nvPicPr>
          <p:cNvPr id="15" name="Picture 14" descr="10-candidate-tasks.png"/>
          <p:cNvPicPr>
            <a:picLocks noChangeAspect="1"/>
          </p:cNvPicPr>
          <p:nvPr/>
        </p:nvPicPr>
        <p:blipFill>
          <a:blip r:embed="rId5"/>
          <a:srcRect t="14324" b="14324"/>
          <a:stretch>
            <a:fillRect/>
          </a:stretch>
        </p:blipFill>
        <p:spPr>
          <a:xfrm>
            <a:off x="365760" y="3200400"/>
            <a:ext cx="676656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625449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A83D1"/>
                </a:solidFill>
              </a:defRPr>
            </a:pPr>
            <a:r>
              <a:rPr sz="900" i="1">
                <a:solidFill>
                  <a:srgbClr val="8A83D1"/>
                </a:solidFill>
              </a:rPr>
              <a:t>Батарея: выбор специализации и грейда, выбор формы A/B, серверный таймер, черновик ответа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Архитектура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Модульный монолит: 17 доменных модулей, общий createApp() и одна SQLite в томе.</a:t>
            </a:r>
            <a:endParaRPr lang="ru-RU" sz="3600" b="1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Фронтенд — серверные страницы и статический JS без SPA-фреймворка: демо воспроизводится одной командой docker compose up.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Каждое изменение проверяется скриптами: unit-тесты, процедура валидации и сквозной функциональный аудит.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auth · candidates · employers — регистрация, профили, роли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assessment + tasks — батарея, формы A/B, cutoff, телеметрия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matching · deck — категория → подборка → решения работодателя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invitations — вилка ЗП, статусы, раскрытие контактов по accept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calls · employer-tests · mcp — записи, короткие тесты, ИИ-клиенты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15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Вход и мобильная версия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Демо открывается прямо с главной: две кнопки быстрого входа — работодатель и соискатель.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Интерфейс свёрстан под мобильный экран: тест проходится с телефона, карточки и таблицы перестраиваются в один столбец.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</a:p>
          <a:p>
            <a:pPr>
              <a:spcAft>
                <a:spcPts val="800"/>
              </a:spcAft>
              <a:buNone/>
              <a:defRPr sz="1200">
                <a:solidFill>
                  <a:srgbClr val="E8EAEC"/>
                </a:solidFill>
              </a:defRPr>
            </a:pPr>
            <a:r>
              <a:rPr sz="1200">
                <a:solidFill>
                  <a:srgbClr val="E8EAEC"/>
                </a:solidFill>
              </a:rPr>
              <a:t>Это тот же стек — без отдельной мобильной разработки.</a:t>
            </a:r>
          </a:p>
        </p:txBody>
      </p:sp>
      <p:pic>
        <p:nvPicPr>
          <p:cNvPr id="4" name="Picture 3" descr="01-login-gate.png"/>
          <p:cNvPicPr>
            <a:picLocks noChangeAspect="1"/>
          </p:cNvPicPr>
          <p:nvPr/>
        </p:nvPicPr>
        <p:blipFill>
          <a:blip r:embed="rId2"/>
          <a:srcRect t="4000" b="4000"/>
          <a:stretch>
            <a:fillRect/>
          </a:stretch>
        </p:blipFill>
        <p:spPr>
          <a:xfrm>
            <a:off x="6309360" y="1143000"/>
            <a:ext cx="548640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FC8DC"/>
                </a:solidFill>
              </a:defRPr>
            </a:pPr>
            <a:r>
              <a:rPr sz="900" i="1">
                <a:solidFill>
                  <a:srgbClr val="CFC8DC"/>
                </a:solidFill>
              </a:rPr>
              <a:t>Экран входа: быстрый демо-вход и форма входа по email</a:t>
            </a:r>
          </a:p>
        </p:txBody>
      </p:sp>
      <p:pic>
        <p:nvPicPr>
          <p:cNvPr id="6" name="Picture 5" descr="13-candidate-today-mobile.png"/>
          <p:cNvPicPr>
            <a:picLocks noChangeAspect="1"/>
          </p:cNvPicPr>
          <p:nvPr/>
        </p:nvPicPr>
        <p:blipFill>
          <a:blip r:embed="rId3"/>
          <a:srcRect t="43261" b="43261"/>
          <a:stretch>
            <a:fillRect/>
          </a:stretch>
        </p:blipFill>
        <p:spPr>
          <a:xfrm>
            <a:off x="6309360" y="4709160"/>
            <a:ext cx="54864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FC8DC"/>
                </a:solidFill>
              </a:defRPr>
            </a:pPr>
            <a:r>
              <a:rPr sz="900" i="1">
                <a:solidFill>
                  <a:srgbClr val="CFC8DC"/>
                </a:solidFill>
              </a:rPr>
              <a:t>Кабинет кандидата на ширине 390 px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Валидация теста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17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Порог подтверждения категории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Сильные ответы 0.73 проходят cutoff middle 0.68, слабые 0.00 — нет.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Эквивалентность форм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 и B на одинаковых ответах дают Δ = 0.00 при пороге 0.15.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Устойчивость к утечкам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9 из 9 ячеек выдали обе формы за 6 выдач — задания не повторяются подряд.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Что проверяется автоматически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18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Функциональный аудит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41 проверка на стенде: регистрация → батарея → категория → подборка → приглашение → контакты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Прод-режим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8 читающих проверок на развёрнутом стенде без записи в базу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Качество теста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cutoff-тесты, эквивалентность форм, устойчивость к утечкам, отсутствие утечки баллов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Приватность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Покрытие ТЗ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19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Механика подбора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need → match → invite → accept → раскрытие контактов — 10 из 10 пунктов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Тест и категории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опрос, формы, cutoff, кулдаун, пересдача — 8 из 8 пунктов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Не блокер MVP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вакансии с откликом и разбор PDF-резюме — честно не сделаны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Вне кода</a:t>
            </a: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Итог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20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Что работает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Категория по тесту, инициатива работодателя, контакты только по согласию. 41 автопроверка и читающий аудит на проде.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Честные ограничения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Вакансии и PDF-разбор не сделаны — это «желательно» в ТЗ. Реестр ФСП не имеет открытого API, предусмотрен кейс без истории ФСП.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Демо и код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Прототип: handcheck.baski.pro · код: github.com/BaskovKonstantin/handcheck · документация и аудит — в репозитории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